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8" roundtripDataSignature="AMtx7miOhVsDbMTsroPj/LmGTmZGySia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V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cap="flat" cmpd="sng" w="381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3806097" dist="28398">
              <a:srgbClr val="243F60">
                <a:alpha val="4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VE" sz="1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cap="flat" cmpd="sng" w="381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3806097" dist="28398">
              <a:srgbClr val="243F60">
                <a:alpha val="4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VE" sz="1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cap="flat" cmpd="sng" w="381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3806097" dist="28398">
              <a:srgbClr val="243F60">
                <a:alpha val="4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VE" sz="1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cap="flat" cmpd="sng" w="381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3806097" dist="28398">
              <a:srgbClr val="243F60">
                <a:alpha val="4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VE" sz="1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685800" y="2130425"/>
            <a:ext cx="7772400" cy="1730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VE"/>
              <a:t>Hoja de ruta del producto </a:t>
            </a:r>
            <a:br>
              <a:rPr b="1" lang="es-VE"/>
            </a:br>
            <a:r>
              <a:rPr b="1" lang="es-VE"/>
              <a:t>(Agile Roadmap)</a:t>
            </a:r>
            <a:r>
              <a:rPr b="1" lang="es-VE" sz="2400">
                <a:solidFill>
                  <a:srgbClr val="00B050"/>
                </a:solidFill>
              </a:rPr>
              <a:t> </a:t>
            </a:r>
            <a:br>
              <a:rPr b="1" lang="es-VE" sz="2400">
                <a:solidFill>
                  <a:srgbClr val="00B050"/>
                </a:solidFill>
              </a:rPr>
            </a:br>
            <a:r>
              <a:rPr b="1" lang="es-VE" sz="2400">
                <a:solidFill>
                  <a:srgbClr val="00B050"/>
                </a:solidFill>
              </a:rPr>
              <a:t>WEB Euro Elite – Miranda Service SPA</a:t>
            </a:r>
            <a:endParaRPr b="1"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506554" y="4220950"/>
            <a:ext cx="8130900" cy="21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b="1" lang="es-VE" sz="2800"/>
              <a:t>Período: </a:t>
            </a:r>
            <a:r>
              <a:rPr b="1" lang="es-VE" sz="2800">
                <a:solidFill>
                  <a:srgbClr val="00B050"/>
                </a:solidFill>
              </a:rPr>
              <a:t>26</a:t>
            </a:r>
            <a:r>
              <a:rPr b="1" lang="es-VE" sz="2800">
                <a:solidFill>
                  <a:srgbClr val="00B050"/>
                </a:solidFill>
              </a:rPr>
              <a:t>/08/2025 al 03/11/2025</a:t>
            </a:r>
            <a:endParaRPr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b="1" lang="es-VE" sz="2800"/>
              <a:t>Organización:</a:t>
            </a:r>
            <a:r>
              <a:rPr b="1" lang="es-VE" sz="2800"/>
              <a:t> </a:t>
            </a:r>
            <a:r>
              <a:rPr b="1" lang="es-VE" sz="2800">
                <a:solidFill>
                  <a:srgbClr val="00B050"/>
                </a:solidFill>
              </a:rPr>
              <a:t>Duoc UC Escuela de Informática y Telecomunicaciones</a:t>
            </a:r>
            <a:endParaRPr b="1" sz="2800"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b="1" lang="es-VE" sz="2800"/>
              <a:t>Cliente: </a:t>
            </a:r>
            <a:r>
              <a:rPr b="1" lang="es-VE" sz="2800">
                <a:solidFill>
                  <a:srgbClr val="00B050"/>
                </a:solidFill>
              </a:rPr>
              <a:t>Miranda Service SPA</a:t>
            </a:r>
            <a:endParaRPr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b="1" lang="es-VE" sz="2800"/>
              <a:t>Dueño del producto (Owner): </a:t>
            </a:r>
            <a:r>
              <a:rPr b="1" lang="es-VE" sz="2800">
                <a:solidFill>
                  <a:srgbClr val="00B050"/>
                </a:solidFill>
              </a:rPr>
              <a:t>Sebastian Medina</a:t>
            </a:r>
            <a:endParaRPr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b="1" lang="es-VE" sz="2800"/>
              <a:t>Scrum Master: </a:t>
            </a:r>
            <a:r>
              <a:rPr b="1" lang="es-VE" sz="2800">
                <a:solidFill>
                  <a:srgbClr val="00B050"/>
                </a:solidFill>
              </a:rPr>
              <a:t>Luis Troncoso</a:t>
            </a:r>
            <a:endParaRPr b="1" sz="2800"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t/>
            </a:r>
            <a:endParaRPr b="1" sz="2800">
              <a:solidFill>
                <a:srgbClr val="00B050"/>
              </a:solidFill>
            </a:endParaRPr>
          </a:p>
        </p:txBody>
      </p:sp>
      <p:sp>
        <p:nvSpPr>
          <p:cNvPr id="102" name="Google Shape;102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" title="Miranda_service_spa_ruta_del_proyec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96" y="1435076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2013-07-13T16:52:20Z</dcterms:created>
  <dc:creator>admin</dc:creator>
</cp:coreProperties>
</file>